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Soma de Vendas por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Soma de vendas por Ano, Mês e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 Média de Venda por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 lucro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por Ano e Mês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Lucro por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505d3bc9-b33b-4635-a7e0-57f0aaae9c03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f202184304ac4059" /><Relationship Type="http://schemas.openxmlformats.org/officeDocument/2006/relationships/slideLayout" Target="/ppt/slideLayouts/slideLayout8.xml" Id="R03983c62e31f435a" /><Relationship Type="http://schemas.openxmlformats.org/officeDocument/2006/relationships/hyperlink" Target="https://app.powerbi.com/groups/me/reports/505d3bc9-b33b-4635-a7e0-57f0aaae9c03/?pbi_source=PowerPoint" TargetMode="External" Id="RelId0" /><Relationship Type="http://schemas.openxmlformats.org/officeDocument/2006/relationships/image" Target="/ppt/media/image4.png" Id="imgId126296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42a6b1f4d3714d79" /><Relationship Type="http://schemas.openxmlformats.org/officeDocument/2006/relationships/slideLayout" Target="/ppt/slideLayouts/slideLayout8.xml" Id="R164a15881b974a7a" /><Relationship Type="http://schemas.openxmlformats.org/officeDocument/2006/relationships/hyperlink" Target="https://app.powerbi.com/groups/me/reports/505d3bc9-b33b-4635-a7e0-57f0aaae9c03/?pbi_source=PowerPoint" TargetMode="External" Id="RelId1" /><Relationship Type="http://schemas.openxmlformats.org/officeDocument/2006/relationships/image" Target="/ppt/media/image5.png" Id="imgId126296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9ee18bf415a4404b" /><Relationship Type="http://schemas.openxmlformats.org/officeDocument/2006/relationships/slideLayout" Target="/ppt/slideLayouts/slideLayout8.xml" Id="Rd24fea4f48834862" /><Relationship Type="http://schemas.openxmlformats.org/officeDocument/2006/relationships/hyperlink" Target="https://app.powerbi.com/groups/me/reports/505d3bc9-b33b-4635-a7e0-57f0aaae9c03/?pbi_source=PowerPoint" TargetMode="External" Id="RelId2" /><Relationship Type="http://schemas.openxmlformats.org/officeDocument/2006/relationships/image" Target="/ppt/media/image6.png" Id="imgId12629619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Myfinacial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06/08/2026 22:01:33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06/08/2026 21:27:47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Soma de Vendas por Produto ,Soma de vendas por Ano, Mês e Segmento ,textbox ,slicer , Média de Venda por Produto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262961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 lucro por país ,card ,card ,textbox ,Lucro por Ano e Mês ,Vendas por País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262961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R2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map ,textbox ,textbox ,textbox ,map ,Lucro por segmento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1262961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Desafio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